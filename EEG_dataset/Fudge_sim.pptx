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4636C-E794-4F9C-BD1F-9BDEE43761B7}" v="1" dt="2025-12-15T13:12:54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carini" userId="4caa67de-e8be-4e8a-b430-0bdbb5c0a952" providerId="ADAL" clId="{89A6ED80-8B71-4D32-AEC0-98863FA83875}"/>
    <pc:docChg chg="modSld">
      <pc:chgData name="Laura carini" userId="4caa67de-e8be-4e8a-b430-0bdbb5c0a952" providerId="ADAL" clId="{89A6ED80-8B71-4D32-AEC0-98863FA83875}" dt="2025-12-15T13:17:05.573" v="125" actId="20577"/>
      <pc:docMkLst>
        <pc:docMk/>
      </pc:docMkLst>
      <pc:sldChg chg="addSp modSp mod">
        <pc:chgData name="Laura carini" userId="4caa67de-e8be-4e8a-b430-0bdbb5c0a952" providerId="ADAL" clId="{89A6ED80-8B71-4D32-AEC0-98863FA83875}" dt="2025-12-15T13:14:09.870" v="56" actId="20577"/>
        <pc:sldMkLst>
          <pc:docMk/>
          <pc:sldMk cId="1385696718" sldId="256"/>
        </pc:sldMkLst>
        <pc:spChg chg="add mod">
          <ac:chgData name="Laura carini" userId="4caa67de-e8be-4e8a-b430-0bdbb5c0a952" providerId="ADAL" clId="{89A6ED80-8B71-4D32-AEC0-98863FA83875}" dt="2025-12-15T13:13:23.439" v="32" actId="1076"/>
          <ac:spMkLst>
            <pc:docMk/>
            <pc:sldMk cId="1385696718" sldId="256"/>
            <ac:spMk id="9" creationId="{F644B84D-6052-6AF8-41E9-A76573B77C6E}"/>
          </ac:spMkLst>
        </pc:spChg>
        <pc:spChg chg="add mod">
          <ac:chgData name="Laura carini" userId="4caa67de-e8be-4e8a-b430-0bdbb5c0a952" providerId="ADAL" clId="{89A6ED80-8B71-4D32-AEC0-98863FA83875}" dt="2025-12-15T13:14:09.870" v="56" actId="20577"/>
          <ac:spMkLst>
            <pc:docMk/>
            <pc:sldMk cId="1385696718" sldId="256"/>
            <ac:spMk id="11" creationId="{D3931FDE-DEAC-AD63-CA7B-ED2813CF4A72}"/>
          </ac:spMkLst>
        </pc:spChg>
      </pc:sldChg>
      <pc:sldChg chg="addSp modSp mod">
        <pc:chgData name="Laura carini" userId="4caa67de-e8be-4e8a-b430-0bdbb5c0a952" providerId="ADAL" clId="{89A6ED80-8B71-4D32-AEC0-98863FA83875}" dt="2025-12-15T13:14:42.791" v="77" actId="20577"/>
        <pc:sldMkLst>
          <pc:docMk/>
          <pc:sldMk cId="1708349396" sldId="257"/>
        </pc:sldMkLst>
        <pc:spChg chg="mod">
          <ac:chgData name="Laura carini" userId="4caa67de-e8be-4e8a-b430-0bdbb5c0a952" providerId="ADAL" clId="{89A6ED80-8B71-4D32-AEC0-98863FA83875}" dt="2025-12-15T13:12:13.085" v="4" actId="1076"/>
          <ac:spMkLst>
            <pc:docMk/>
            <pc:sldMk cId="1708349396" sldId="257"/>
            <ac:spMk id="4" creationId="{B4C00C3F-019B-EE27-55C4-2CD117E5C1B4}"/>
          </ac:spMkLst>
        </pc:spChg>
        <pc:spChg chg="add mod">
          <ac:chgData name="Laura carini" userId="4caa67de-e8be-4e8a-b430-0bdbb5c0a952" providerId="ADAL" clId="{89A6ED80-8B71-4D32-AEC0-98863FA83875}" dt="2025-12-15T13:14:42.791" v="77" actId="20577"/>
          <ac:spMkLst>
            <pc:docMk/>
            <pc:sldMk cId="1708349396" sldId="257"/>
            <ac:spMk id="8" creationId="{01898379-133F-7A2A-61E3-88A9274C91C7}"/>
          </ac:spMkLst>
        </pc:spChg>
        <pc:picChg chg="add mod">
          <ac:chgData name="Laura carini" userId="4caa67de-e8be-4e8a-b430-0bdbb5c0a952" providerId="ADAL" clId="{89A6ED80-8B71-4D32-AEC0-98863FA83875}" dt="2025-12-15T13:12:05.054" v="3" actId="1076"/>
          <ac:picMkLst>
            <pc:docMk/>
            <pc:sldMk cId="1708349396" sldId="257"/>
            <ac:picMk id="6" creationId="{FE949312-01A5-3D88-35EE-ADE6AED8626E}"/>
          </ac:picMkLst>
        </pc:picChg>
      </pc:sldChg>
      <pc:sldChg chg="addSp modSp mod">
        <pc:chgData name="Laura carini" userId="4caa67de-e8be-4e8a-b430-0bdbb5c0a952" providerId="ADAL" clId="{89A6ED80-8B71-4D32-AEC0-98863FA83875}" dt="2025-12-15T13:17:05.573" v="125" actId="20577"/>
        <pc:sldMkLst>
          <pc:docMk/>
          <pc:sldMk cId="571986936" sldId="258"/>
        </pc:sldMkLst>
        <pc:spChg chg="add mod">
          <ac:chgData name="Laura carini" userId="4caa67de-e8be-4e8a-b430-0bdbb5c0a952" providerId="ADAL" clId="{89A6ED80-8B71-4D32-AEC0-98863FA83875}" dt="2025-12-15T13:15:16.896" v="98" actId="1076"/>
          <ac:spMkLst>
            <pc:docMk/>
            <pc:sldMk cId="571986936" sldId="258"/>
            <ac:spMk id="5" creationId="{1D216057-453B-CB5D-D5A9-77D93ABAB25C}"/>
          </ac:spMkLst>
        </pc:spChg>
        <pc:spChg chg="add mod">
          <ac:chgData name="Laura carini" userId="4caa67de-e8be-4e8a-b430-0bdbb5c0a952" providerId="ADAL" clId="{89A6ED80-8B71-4D32-AEC0-98863FA83875}" dt="2025-12-15T13:17:05.573" v="125" actId="20577"/>
          <ac:spMkLst>
            <pc:docMk/>
            <pc:sldMk cId="571986936" sldId="258"/>
            <ac:spMk id="7" creationId="{0BF41FDF-B4C6-EDE2-296F-893AF4382E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AB11-D77B-F720-61F8-68904FD78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EFAD6-FFAC-D4FC-06B3-C37417E38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F3014-C6AB-159C-5160-3F6D218C4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36035-7CD1-354F-0D1F-315EDDA12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4CEB5-0FD0-947E-ADFB-09DB4FD6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59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9FCA-096D-2FB6-492A-1A4EC6FA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31A7D-4A3C-F3CC-5778-443157E33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96740-F350-B980-F171-0345A121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6AEE0-D247-F15C-A9D7-1740B7C7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7F1C2-AB67-C4B9-5A26-35F62A55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72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45F7-2748-8285-5E2B-8EF9846C2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842B8-6B01-EA44-6FB3-ED0E9880F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93714-5418-2BA2-9F5F-FFFF9713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EB58-35E7-2CDA-86B7-0DED6DAA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9D684-0AE4-B8BB-13E3-7BDDCAF4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8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4034-AC19-5C12-2868-F011611A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3AEE-118B-7C37-521A-ED6854FF3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3E2C8-AECF-1C19-2DE2-718F596FE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8D423-5D84-511D-6BA2-685E7667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B5491-850D-0D5A-1AC3-D864F742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9F9F6-A44E-10CD-68B2-59132E3EA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4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4403E-B71F-5A0E-06AA-62E3D160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8F6B-AA24-02A1-FE69-96D2D6115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B0E27-227E-7827-7AFA-4F20E60BA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8CA19-3640-A5C0-FB16-30EC59C70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4403C-6265-23D5-BD30-665860295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26C73-C1DF-5923-9EBE-77D4C152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5794E-C6A5-D3C0-FE75-F36CD412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7D9E9-98B0-560C-17C2-CD841BB1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17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9F8F-85C7-3981-003F-59DE8724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A2FD4-1106-B647-9E22-4F041577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56857-B1D4-3002-1B74-51372E0E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ABD68-A5A1-4B29-D918-9D9E958A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91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82ED41-4D55-6255-6CEA-92CBF5315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0E904-78BD-4CF2-B147-FB3DA752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0E6FB-5AF9-D25E-F7A8-F31C6F471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240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DCDD-39E9-F925-6525-83F6847A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2568-C2C0-F7E5-B4D5-7F9E9234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0476C-409B-BCBE-BBEA-E1A44A60C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D2BE5-C08F-1395-D203-93858C0C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A114E-ABB8-6C05-0429-93A4575B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94F43-469F-D379-0D4E-B0646BF8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209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6412-B803-04D9-C9D3-143EFC5E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C3AD9-1DC8-2765-377E-D39B97B92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3D761-E60F-01F9-E337-D1C4CD932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8D39A-6EED-5358-E3D1-DC3600CB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4D922-AC08-C480-AF26-2D0C677C7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ADDD0-12E4-0EAE-CDBD-FF2D1165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07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2777-8A88-818F-B239-8DEEE704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E8455-B019-08AA-45D5-37224B392F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9B1CB-7248-4484-9385-87BE2A88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AA46-4C96-3FC9-416A-1ACE4BC4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1D374-12A6-B8EC-3FDF-2DD896CC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42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2F170-374F-7429-BEA4-27CF55ED3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8C64E-70F1-3799-9B9C-CA065AD77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9B7D-8B69-CBBB-6227-F2727257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FB6A0-58FE-B7BE-F672-2BE08EDD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6B067-FF1C-1141-492E-5F8D7822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17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7B38-7BC7-A572-B2F9-66889C6F8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89112-BEE2-CA02-6D2C-E210C2BA1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8F35-72E5-2FFB-5159-60BAA87E53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44778-02D5-47E6-9EB1-CA59AE7C42FD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36800-1A7C-8C5F-E7D5-A09A36358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E9A4-AEBC-82DF-BF19-343AB9F2C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EDF6B-B18E-4E48-9C21-A8FEE4F14E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7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85EA6C-155A-D88B-BE67-BE520DBF3803}"/>
              </a:ext>
            </a:extLst>
          </p:cNvPr>
          <p:cNvSpPr txBox="1"/>
          <p:nvPr/>
        </p:nvSpPr>
        <p:spPr>
          <a:xfrm>
            <a:off x="317484" y="343082"/>
            <a:ext cx="88115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Generazione</a:t>
            </a:r>
            <a:r>
              <a:rPr lang="en-GB" dirty="0"/>
              <a:t> del </a:t>
            </a:r>
            <a:r>
              <a:rPr lang="en-GB" dirty="0" err="1"/>
              <a:t>dato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dirty="0" err="1"/>
              <a:t>Partendo</a:t>
            </a:r>
            <a:r>
              <a:rPr lang="en-GB" dirty="0"/>
              <a:t> da </a:t>
            </a:r>
            <a:r>
              <a:rPr lang="en-GB" dirty="0" err="1"/>
              <a:t>alco_filtered_Array.Rdata</a:t>
            </a:r>
            <a:r>
              <a:rPr lang="en-GB" dirty="0"/>
              <a:t> e </a:t>
            </a:r>
            <a:r>
              <a:rPr lang="en-GB" dirty="0" err="1"/>
              <a:t>control_filtered_array.Rdata</a:t>
            </a:r>
            <a:r>
              <a:rPr lang="en-GB" dirty="0"/>
              <a:t> in https://github.com/boxinz17/FuDGE/tree/master/EEG/generated_data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62C0D60-A314-8E54-55F4-D1462F720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84" y="1552555"/>
            <a:ext cx="7226671" cy="2311519"/>
          </a:xfrm>
          <a:prstGeom prst="rect">
            <a:avLst/>
          </a:prstGeom>
        </p:spPr>
      </p:pic>
      <p:pic>
        <p:nvPicPr>
          <p:cNvPr id="8" name="Picture 7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9C2105EC-F32B-77E3-B987-354F8FB18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19" y="3902023"/>
            <a:ext cx="7798201" cy="2806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44B84D-6052-6AF8-41E9-A76573B77C6E}"/>
              </a:ext>
            </a:extLst>
          </p:cNvPr>
          <p:cNvSpPr txBox="1"/>
          <p:nvPr/>
        </p:nvSpPr>
        <p:spPr>
          <a:xfrm>
            <a:off x="462980" y="4936113"/>
            <a:ext cx="3053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 </a:t>
            </a:r>
            <a:r>
              <a:rPr lang="en-GB" dirty="0" err="1"/>
              <a:t>EEG_dataset</a:t>
            </a:r>
            <a:r>
              <a:rPr lang="en-GB" dirty="0"/>
              <a:t>/</a:t>
            </a:r>
            <a:r>
              <a:rPr lang="en-GB" dirty="0" err="1"/>
              <a:t>FPC_score.R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31FDE-DEAC-AD63-CA7B-ED2813CF4A72}"/>
              </a:ext>
            </a:extLst>
          </p:cNvPr>
          <p:cNvSpPr txBox="1"/>
          <p:nvPr/>
        </p:nvSpPr>
        <p:spPr>
          <a:xfrm>
            <a:off x="7851506" y="2338982"/>
            <a:ext cx="4430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</a:t>
            </a:r>
            <a:r>
              <a:rPr lang="en-GB" dirty="0" err="1"/>
              <a:t>EEG_dataset</a:t>
            </a:r>
            <a:r>
              <a:rPr lang="en-GB" dirty="0"/>
              <a:t>/</a:t>
            </a:r>
            <a:r>
              <a:rPr lang="en-GB" dirty="0" err="1"/>
              <a:t>config_template.yaml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69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C3910-EF29-7F5A-3ACE-0266F208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7" y="705972"/>
            <a:ext cx="7474334" cy="8191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C00C3F-019B-EE27-55C4-2CD117E5C1B4}"/>
              </a:ext>
            </a:extLst>
          </p:cNvPr>
          <p:cNvSpPr txBox="1"/>
          <p:nvPr/>
        </p:nvSpPr>
        <p:spPr>
          <a:xfrm>
            <a:off x="1379311" y="4352655"/>
            <a:ext cx="3138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Insert image of approximation</a:t>
            </a:r>
          </a:p>
        </p:txBody>
      </p:sp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FE949312-01A5-3D88-35EE-ADE6AED86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309" y="1115568"/>
            <a:ext cx="4311872" cy="787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98379-133F-7A2A-61E3-88A9274C91C7}"/>
              </a:ext>
            </a:extLst>
          </p:cNvPr>
          <p:cNvSpPr txBox="1"/>
          <p:nvPr/>
        </p:nvSpPr>
        <p:spPr>
          <a:xfrm>
            <a:off x="356297" y="14346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</a:t>
            </a:r>
            <a:r>
              <a:rPr lang="en-GB" dirty="0" err="1"/>
              <a:t>EEG_dataset</a:t>
            </a:r>
            <a:r>
              <a:rPr lang="en-GB" dirty="0"/>
              <a:t>/</a:t>
            </a:r>
            <a:r>
              <a:rPr lang="en-GB" dirty="0" err="1"/>
              <a:t>Fudge_dataset.RData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8349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280402-5142-8BDF-FD6D-1111EA634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15" y="693386"/>
            <a:ext cx="7607691" cy="3676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216057-453B-CB5D-D5A9-77D93ABAB25C}"/>
              </a:ext>
            </a:extLst>
          </p:cNvPr>
          <p:cNvSpPr txBox="1"/>
          <p:nvPr/>
        </p:nvSpPr>
        <p:spPr>
          <a:xfrm>
            <a:off x="8378835" y="1305806"/>
            <a:ext cx="335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In </a:t>
            </a:r>
            <a:r>
              <a:rPr lang="en-GB" dirty="0" err="1"/>
              <a:t>EEG_dataset</a:t>
            </a:r>
            <a:r>
              <a:rPr lang="en-GB" dirty="0"/>
              <a:t>/</a:t>
            </a:r>
            <a:r>
              <a:rPr lang="en-GB" dirty="0" err="1"/>
              <a:t>config_file.yaml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F41FDF-B4C6-EDE2-296F-893AF4382EC9}"/>
              </a:ext>
            </a:extLst>
          </p:cNvPr>
          <p:cNvSpPr txBox="1"/>
          <p:nvPr/>
        </p:nvSpPr>
        <p:spPr>
          <a:xfrm>
            <a:off x="724662" y="532002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Results in </a:t>
            </a:r>
            <a:r>
              <a:rPr lang="en-GB" dirty="0" err="1"/>
              <a:t>EEG_dataset</a:t>
            </a:r>
            <a:r>
              <a:rPr lang="en-GB" dirty="0"/>
              <a:t>/seed_1/results/</a:t>
            </a:r>
          </a:p>
        </p:txBody>
      </p:sp>
    </p:spTree>
    <p:extLst>
      <p:ext uri="{BB962C8B-B14F-4D97-AF65-F5344CB8AC3E}">
        <p14:creationId xmlns:p14="http://schemas.microsoft.com/office/powerpoint/2010/main" val="57198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white grid&#10;&#10;AI-generated content may be incorrect.">
            <a:extLst>
              <a:ext uri="{FF2B5EF4-FFF2-40B4-BE49-F238E27FC236}">
                <a16:creationId xmlns:a16="http://schemas.microsoft.com/office/drawing/2014/main" id="{E6C2A0F9-963A-5991-EC81-CF2D0C79F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084" y="844345"/>
            <a:ext cx="5169310" cy="5169310"/>
          </a:xfrm>
          <a:prstGeom prst="rect">
            <a:avLst/>
          </a:prstGeom>
        </p:spPr>
      </p:pic>
      <p:pic>
        <p:nvPicPr>
          <p:cNvPr id="5" name="Picture 4" descr="A black and white grid&#10;&#10;AI-generated content may be incorrect.">
            <a:extLst>
              <a:ext uri="{FF2B5EF4-FFF2-40B4-BE49-F238E27FC236}">
                <a16:creationId xmlns:a16="http://schemas.microsoft.com/office/drawing/2014/main" id="{D39995BF-FD67-30D0-D9C6-E175FB98F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74" y="844345"/>
            <a:ext cx="5169310" cy="516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carini</dc:creator>
  <cp:lastModifiedBy>Laura carini</cp:lastModifiedBy>
  <cp:revision>1</cp:revision>
  <dcterms:created xsi:type="dcterms:W3CDTF">2025-12-15T11:29:10Z</dcterms:created>
  <dcterms:modified xsi:type="dcterms:W3CDTF">2025-12-15T13:17:07Z</dcterms:modified>
</cp:coreProperties>
</file>